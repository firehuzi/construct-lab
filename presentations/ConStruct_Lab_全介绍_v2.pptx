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18288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 Lab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4E0"/>
                </a:solidFill>
              </a:rPr>
              <a:t>结构驱动的知识与意义建构系统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5B0"/>
                </a:solidFill>
              </a:rPr>
              <a:t>"Diagnose structures, not predict futures."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200400" cy="2286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206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4C"/>
                </a:solidFill>
              </a:rPr>
              <a:t>SCALPEL LAB / 刃研社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95B0"/>
                </a:solidFill>
              </a:rPr>
              <a:t>Cutting Systems, Rebuilding Meaning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construct-lab.site  |  公众号: 地缘推演台  |  Substack: constructlab.substack.com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一句话说清 ConStruct Lab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44C"/>
                </a:solidFill>
              </a:rPr>
              <a:t>一个把 "200年历史骨架 + 40年冲突肌肉 + 每日新闻脉冲" 焊在一起的结构性分析引擎。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不是智库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不做政策建议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不是情报平台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不提供秘密信息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</a:rPr>
              <a:t>不是AI写作助手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不生产泛化内容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是：个人可运行的、结构驱动的、反洗脑的知识生产系统。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731520" cy="1371600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1280160"/>
            <a:ext cx="7315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B4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188720"/>
            <a:ext cx="731520" cy="1371600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280160"/>
            <a:ext cx="7315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UCDP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731520" cy="1371600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0" y="1280160"/>
            <a:ext cx="7315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560320" cy="16459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结构性判断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为什么做这件事？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</a:rPr>
              <a:t>信息过载，噪音淹没信号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44C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188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用200年骨架过滤短期噪音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</a:rPr>
              <a:t>叙事操纵，立场先行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44C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9659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强制数据锚定 + 叙事识别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</a:rPr>
              <a:t>智库报告又贵又封闭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44C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全球免费开放获取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</a:rPr>
              <a:t>AI黑盒，幻觉泛滥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44C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520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结构驱动 + 不确定性标注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44C"/>
                </a:solidFill>
              </a:rPr>
              <a:t>一句话：让你不被单一叙事洗脑，而是理解叙事背后的结构驱动力。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核心架构：三个维度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第3维：11层诊断框架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L0→L1→L2→L2b→L3→L4→L5→L6→L7→L8→L9→L10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5B0"/>
                </a:solidFill>
              </a:rPr>
              <a:t>从地表（事件）一直挖到地幔（构型）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第2维：知识生产管线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数据采集 → 建模 → 分析 → 输出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第1维：本体层（WHAT 被建模）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物质 → 主体 → 制度 → 叙事 → 动态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三个维度相互独立——同一个国家在这三维上是不同的分析对象。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第3维：11层诊断框架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241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024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世界事件 &amp; 行为观察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发生了什么？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356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行为主体识别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4356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谁在做？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470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Identity (核心身份)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847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它认为自己是什么？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58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258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方法阶段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258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它用什么方式表达自己？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822960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7004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建构来源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它从哪里来？（创伤/神话/制度）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3081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秩序价值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081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它认为好的秩序是什么？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930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3493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创伤系统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493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它最害怕什么？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822960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90448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80160" y="3904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生物类比 (六型)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904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冻结局/扩张型/共生型...？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823960" y="1005840"/>
            <a:ext cx="36576" cy="329184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297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44C"/>
                </a:solidFill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数据底座：三层时间尺度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051560"/>
            <a:ext cx="4572000" cy="9601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51560"/>
            <a:ext cx="64008" cy="9601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124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顶层 脉冲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344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GDELT 2.0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380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30天（每日更新）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380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</a:rPr>
              <a:t>~700/天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655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FCF"/>
                </a:solidFill>
              </a:rPr>
              <a:t>今天在吵什么？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2148840"/>
            <a:ext cx="6400800" cy="9601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2148840"/>
            <a:ext cx="64008" cy="96012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221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中层 肌肉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441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UCDP GED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478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1989-2025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478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</a:rPr>
              <a:t>42万条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7523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FCF"/>
                </a:solidFill>
              </a:rPr>
              <a:t>当代冲突有多烈？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9601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46120"/>
            <a:ext cx="64008" cy="96012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19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底层 骨架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5387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575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1816-2014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</a:rPr>
              <a:t>MID+War+Alliance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496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FCF"/>
                </a:solidFill>
              </a:rPr>
              <a:t>200年硬约束是什么？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 主体覆盖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2377440" cy="2377440"/>
          </a:xfrm>
          <a:prstGeom prst="ellipse">
            <a:avLst/>
          </a:prstGeom>
          <a:solidFill>
            <a:srgbClr val="2A3450"/>
          </a:solidFill>
          <a:ln w="25400">
            <a:solidFill>
              <a:srgbClr val="E8B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8大国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中美俄日印欧伊以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0" y="1554480"/>
            <a:ext cx="2011680" cy="2011680"/>
          </a:xfrm>
          <a:prstGeom prst="ellipse">
            <a:avLst/>
          </a:prstGeom>
          <a:solidFill>
            <a:srgbClr val="2A3450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377440"/>
            <a:ext cx="20116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16区域强国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澳德法英韩菲沙新等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1645920" cy="1645920"/>
          </a:xfrm>
          <a:prstGeom prst="ellipse">
            <a:avLst/>
          </a:prstGeom>
          <a:solidFill>
            <a:srgbClr val="2A3450"/>
          </a:solidFill>
          <a:ln w="25400">
            <a:solidFill>
              <a:srgbClr val="7E57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16459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29 企业+组织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HW/TSMC/NVIDIA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D4E0"/>
                </a:solidFill>
              </a:rPr>
              <a:t>UN/NATO/IMF/BRICS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53 主体 × 114 验证项 = 全自动反证系统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八节点日更环 — 全自动运行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457200" cy="45720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78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24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 GDELT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43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双轨采集 → PG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57200" cy="4572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819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527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 Loop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46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主动学习分桶 → review_queue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572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0848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0299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 Anomalies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2494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tone暴跌/事件脉冲/结构异常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457200" cy="457200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5877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532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7523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53主体114验证项 → feedback_rules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572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0906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0358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 Events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255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PG增量 → Neo4j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457200" cy="4572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5935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538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 Prices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758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FRED 10标的 → Neo4j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45720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096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041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 Map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261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world_map.html + data.js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526280"/>
            <a:ext cx="457200" cy="4572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5994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4544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Publish Queue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4764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审计队列 → 待发布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每天 CST 08:00 自动触发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零人工干预闭环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双轨采集 + 三级验证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双轨采集（GDELT 每日）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actor track → 53主体 CAMEO码匹配 + 别名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structural track → 8领域（金融/AI/能源/产业链/社会/大宗/矿产/气候）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三级验证（数据保真的底线）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cross_checked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8105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自动：≥3数据源 + conf≥0.65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pending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3134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自动：进入review_queue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verified / rejected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8163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人工终审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65760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320040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2743200" cy="27432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绝不自动标 verified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这是 ConStruct 与其他平台的根本区别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2103120" cy="7315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10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40万+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事件入库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51760" y="3291840"/>
            <a:ext cx="2103120" cy="7315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310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834640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数据源交叉验证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2103120" cy="7315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3101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0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自动 marked verif.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可被证伪的设计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44C"/>
                </a:solidFill>
              </a:rPr>
              <a:t>结构诊断被设计为可被证伪。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</a:rPr>
              <a:t>这是 ConStruct 与所有意识形态驱动的分析平台的根本区别。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02920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957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主体行为偏离结构假设预测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697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02920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072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检测矛盾信号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3108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029200" cy="3474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186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降低该假设置信度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520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0292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301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累积超阈值 → 人工复核队列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02920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416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人工确认 → 更新结构假设 → 推演重新校准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53主体 × 114验证项 已就位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每天自动扫描行为-假设匹配度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收到第一条真实矛盾信号后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→ 整个系统开始自我修正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诊断引擎：从数据到判断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PG + Neo4j + COW骨架 + actors档案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引擎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engine_v5.py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diagnose_actor.py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DeepSeek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输出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11层诊断报告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结构诊断文章 2000-3000字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44C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1234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B44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每份报告问三个问题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535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身份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944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这个国家认为自己是什么？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107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401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它用什么方式实现自己？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679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恐惧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3858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E0"/>
                </a:solidFill>
              </a:rPr>
              <a:t>它最怕失去什么？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可视化：世界冲突时间地图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54864" cy="7315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UCDP 冲突热点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126国年度死亡数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比例尺圆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1989-2025 滑块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73152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84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 领土变更流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200年虚线骨架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真实领土坐标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悬停交互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54864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GDELT 情绪脉冲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48h 绿/红点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21主体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图层独立开关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54864" cy="731520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结构领域面板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金融/AI/能源/产业链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90天趋势折线图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200400" cy="320040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2801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🌍 交互式世界地图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Ethiopia 509K 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Syria 416K 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Ukraine 368K 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Afghanistan 318K 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底部滑块拖动→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4E0"/>
                </a:solidFill>
              </a:rPr>
              <a:t>实时刷新冲突热点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Keyless · Leaflet+OSM · construct-lab.site/map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国别结构诊断：四份样本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🇺🇸 美国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</a:rPr>
              <a:t>方法⑤ vs Identity 区分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1280160"/>
            <a:ext cx="7315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325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🇯🇵 日本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</a:rPr>
              <a:t>"冻结局是方法不是 Identity"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2057400"/>
            <a:ext cx="731520" cy="4572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🇷🇺 俄罗斯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</a:rPr>
              <a:t>"无对手的对抗"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2834640"/>
            <a:ext cx="7315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2880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8595360" cy="640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🇨🇳 中国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4E0"/>
                </a:solidFill>
              </a:rPr>
              <a:t>"天下体系"框架解释南海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3611880"/>
            <a:ext cx="731520" cy="457200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每份报告：信号切入 → 身份解释 → 历史约束 → 结构性判断 → 叙事识别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国别诊断示例：中国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"天下体系型 Identity → 中心不主动攻击，但边缘必须服从"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2926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E8B44C"/>
                </a:solidFill>
              </a:rPr>
              <a:t>Identity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天下体系型 — 秩序建立能力是核心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B44C"/>
                </a:solidFill>
              </a:rPr>
              <a:t>方法阶段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复兴⑦ → 天下体系⑧ 过渡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B44C"/>
                </a:solidFill>
              </a:rPr>
              <a:t>行为模式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"打而不占" (1962对印, 1979对越)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结构性判断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南海僵持持续5-10年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G2共治=逻辑上不可能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秩序输出加速 (BRI/CIPS/金砖)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48h快照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事件数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1783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057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情绪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331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对手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2331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PHL(4) USA(3)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行动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声明/要求/协商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战争模式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打而不占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国别诊断示例：日本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"冻结局不是终点，是方法。"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292608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E8B44C"/>
                </a:solidFill>
              </a:rPr>
              <a:t>Identity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天皇中心的完整国家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B44C"/>
                </a:solidFill>
              </a:rPr>
              <a:t>方法阶段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冻结局 — 以经济替代军事满足身份需求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双重恐惧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恐惧1: 身份消失（被降级）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恐惧2: 方法过冲（帝国扩张灾难记忆）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三条路径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A. 冻结局内渐进优化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B. 渐进正常化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C. 自主同盟重构 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554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事件数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0" y="1554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(同期USA 348)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情绪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8288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+2.24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对手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21031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None 为主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377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独立同盟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(COW记录)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模式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2651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低密度高情绪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九种内容形态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51560"/>
            <a:ext cx="859536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88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P0 已启动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1088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国别结构诊断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88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Tier1 8国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996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P0 已启动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4996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结构词典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499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防AI洗脑疫苗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384048"/>
          </a:xfrm>
          <a:prstGeom prst="rect">
            <a:avLst/>
          </a:prstGeom>
          <a:solidFill>
            <a:srgbClr val="2A345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11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P0 待开发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9110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事件快评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911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80%自动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225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构型迁移预警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内审已就位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34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27340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数据卡片 + 时序报告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734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极简+月度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455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31455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情景推演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1455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路径枚举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570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94560" y="3557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构型对比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5570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日-韩、中-俄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684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5B0"/>
                </a:solidFill>
              </a:rPr>
              <a:t>P2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3968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叙事考古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3968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"修昔底德陷阱"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四原则：数据锚定 · 结构驱动 · 叙事识别 · 不确定性标注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反洗脑四标准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数据锚定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每个判断都能追溯到GDELT/COW/UCDP数据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42A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结构驱动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21284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能看到"身份→方法→行为"的逻辑链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E8B4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叙事识别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44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每份报告有"别被哪种叙事忽悠"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7E57C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57C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不确定性标注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6758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5B0"/>
                </a:solidFill>
              </a:rPr>
              <a:t>标注 [高/中/低，依据:…]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A8"/>
                </a:solidFill>
              </a:rPr>
              <a:t>所有内容形态必须满足四条标准 — 无论长短、无论形式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技术栈一览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9319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33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1338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PostgreSQL + TimescaleDB, Neo4j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8229600" cy="39319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编排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n8n (8-node pipeline, Docker)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8229600" cy="39319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采集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011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Python (gdelt-py, psycopg2, fredapi)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229600" cy="39319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450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DeepSeek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8229600" cy="39319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95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可视化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8895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Leaflet + OSM + matplotlib + vis.js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393192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28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站点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328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React + Vite + Firebase Hosting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8229600" cy="393192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67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容器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767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Docker Compose (PG+Neo4j+n8n+runner)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当前状态 &amp; 路线图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914400" cy="32004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60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60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数据采集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060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日更全量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133856"/>
            <a:ext cx="182880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17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517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验证环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三级分桶自动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591056"/>
            <a:ext cx="182880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92024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975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结构反证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114验证项就位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048256"/>
            <a:ext cx="182880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37744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Neo4j图谱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2432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42万Event+53Actor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05456"/>
            <a:ext cx="182880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83464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世界地图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2889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交互式上线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2962656"/>
            <a:ext cx="182880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291840"/>
            <a:ext cx="8595360" cy="384048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346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国别诊断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</a:rPr>
              <a:t>Tier1 8国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3419856"/>
            <a:ext cx="182880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74904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3803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事件快评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803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模板就位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3877056"/>
            <a:ext cx="54864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261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05840" y="4261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结构词典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10条目待写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0" y="4334256"/>
            <a:ext cx="54864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5840" y="4718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推演引擎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0" y="4718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待落地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0" y="4791456"/>
            <a:ext cx="548640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9" name="Shape 47"/>
          <p:cNvSpPr/>
          <p:nvPr/>
        </p:nvSpPr>
        <p:spPr>
          <a:xfrm>
            <a:off x="274320" y="5120640"/>
            <a:ext cx="8595360" cy="384048"/>
          </a:xfrm>
          <a:prstGeom prst="rect">
            <a:avLst/>
          </a:prstGeom>
          <a:solidFill>
            <a:srgbClr val="0F131E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175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5840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E0"/>
                </a:solidFill>
              </a:rPr>
              <a:t>部署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0" y="5175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B44C"/>
                </a:solidFill>
              </a:rPr>
              <a:t>待推Firebase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0" y="5248656"/>
            <a:ext cx="548640" cy="128016"/>
          </a:xfrm>
          <a:prstGeom prst="rect">
            <a:avLst/>
          </a:prstGeom>
          <a:solidFill>
            <a:srgbClr val="2E7D32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B4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 Lab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4E0"/>
                </a:solidFill>
              </a:rPr>
              <a:t>结构驱动的知识与意义建构系统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B0"/>
                </a:solidFill>
              </a:rPr>
              <a:t>"Diagnose structures, not predict futures."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D4E0"/>
                </a:solidFill>
              </a:rPr>
              <a:t>ConStruct Lab 不只是一个分析系统。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B44C"/>
                </a:solidFill>
              </a:rPr>
              <a:t>它是你对抗叙事洗脑的认知免疫系统。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8890A8"/>
                </a:solidFill>
              </a:rPr>
              <a:t>所有判断可追溯。所有假设可被数据反证。所有输出全球免费开放。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7863840" cy="13716"/>
          </a:xfrm>
          <a:prstGeom prst="rect">
            <a:avLst/>
          </a:prstGeom>
          <a:solidFill>
            <a:srgbClr val="E8B4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44C"/>
                </a:solidFill>
              </a:rPr>
              <a:t>SCALPEL LAB / 刃研社 — Cutting Systems, Rebuilding Meaning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895B0"/>
                </a:solidFill>
              </a:rPr>
              <a:t>网站: construct-lab.site  |  公众号: 地缘推演台  |  Substack: constructlab.substack.com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 Lab — 结构性分析引擎</dc:title>
  <dc:subject>PptxGenJS Presentation</dc:subject>
  <dc:creator>ConStruct Lab</dc:creator>
  <cp:lastModifiedBy>ConStruct Lab</cp:lastModifiedBy>
  <cp:revision>1</cp:revision>
  <dcterms:created xsi:type="dcterms:W3CDTF">2026-07-28T08:36:25Z</dcterms:created>
  <dcterms:modified xsi:type="dcterms:W3CDTF">2026-07-28T08:36:25Z</dcterms:modified>
</cp:coreProperties>
</file>