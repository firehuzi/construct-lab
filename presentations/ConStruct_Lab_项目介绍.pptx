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ConStruct Lab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0D4E0"/>
                </a:solidFill>
              </a:rPr>
              <a:t>结构性分析引擎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1600" i="1" dirty="0">
                <a:solidFill>
                  <a:srgbClr val="8890A8"/>
                </a:solidFill>
              </a:rPr>
              <a:t>Diagnose structures, not predict futures.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A"/>
                </a:solidFill>
              </a:rPr>
              <a:t>刃研社 / SCALPEL LAB — N01 LIVE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地缘政治的分析被叙事锁定了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0D4E0"/>
                </a:solidFill>
              </a:rPr>
              <a:t>智库报告在推销立场，媒体标题在放大恐惧。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890A8"/>
                </a:solidFill>
              </a:rPr>
              <a:t>没有一个工具能回答最简单的问题：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20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"这个判断从哪里来的？能不能推翻它？"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188720"/>
          <a:ext cx="2286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0">
                    <a:lnL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权重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0">
                    <a:lnL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分析架构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0">
                    <a:lnL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0">
                    <a:lnL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数据基建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0">
                    <a:lnL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0">
                    <a:lnL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自动化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0">
                    <a:lnL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0">
                    <a:lnL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内容产出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0">
                    <a:lnL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0">
                    <a:lnL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什么�� ConStruct Lab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44C"/>
                </a:solidFill>
              </a:rPr>
              <a:t>输入：三层时间尺度的数据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8890A8"/>
                </a:solidFill>
              </a:rPr>
              <a:t>COW 200年战争骨架  +  UCDP 40年冲突日志  +  GDELT 每日新闻脉冲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B44C"/>
                </a:solidFill>
              </a:rPr>
              <a:t>输出：结构性判断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0D4E0"/>
                </a:solidFill>
              </a:rPr>
              <a:t>哪些路走得通，哪些逻辑上不可能，哪些正在加速。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B44C"/>
                </a:solidFill>
              </a:rPr>
              <a:t>底线：所有假设可被数据反证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0D4E0"/>
                </a:solidFill>
              </a:rPr>
              <a:t>53主体 114验证项自动检测行为偏差 → 置信度下降 → 人工复核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2286000" cy="777240"/>
          </a:xfrm>
          <a:prstGeom prst="rect">
            <a:avLst/>
          </a:prstGeom>
          <a:solidFill>
            <a:srgbClr val="14192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A"/>
                </a:solidFill>
              </a:rPr>
              <a:t>主体覆盖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3931920"/>
            <a:ext cx="2286000" cy="777240"/>
          </a:xfrm>
          <a:prstGeom prst="rect">
            <a:avLst/>
          </a:prstGeom>
          <a:solidFill>
            <a:srgbClr val="141928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42万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74904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A"/>
                </a:solidFill>
              </a:rPr>
              <a:t>事件入库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3931920"/>
            <a:ext cx="2286000" cy="777240"/>
          </a:xfrm>
          <a:prstGeom prst="rect">
            <a:avLst/>
          </a:prstGeom>
          <a:solidFill>
            <a:srgbClr val="141928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9224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A"/>
                </a:solidFill>
              </a:rPr>
              <a:t>节点自动环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分析架构：三个维度 × 11层诊断框架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44C"/>
                </a:solidFill>
              </a:rPr>
              <a:t>本体层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物质 → 主体 → 制度 → 叙事 → 动态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B44C"/>
                </a:solidFill>
              </a:rPr>
              <a:t>知识生产管线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现实 → 采集 → 建模 → 解释 → 产品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B44C"/>
                </a:solidFill>
              </a:rPr>
              <a:t>11层诊断框架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L0世界事件 → L2 Identity+方法 → L4建构来源 → L8创伤系统 → L10六型构型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097280"/>
          <a:ext cx="32004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254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世界事件 &amp; 行为观察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254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254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连续性类型 + 方法阶段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254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254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建构来源 (历史印记/创伤锚点/建国神话)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254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254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秩序价值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254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254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创伤系统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254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254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生物类比六型 (冻结局/扩张型…)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254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数据基础设施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E8B44C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09728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数据源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规模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跨度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用途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UCDP GED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42万条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1989-2025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全球冲突事件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GDELT 2.0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~700/天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实时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新闻情绪脉冲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COW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MID+War+Alliance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1816-2014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战争/同盟骨架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FRED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10标的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实时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金融/价格信号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Kaggle War Rec.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10,684条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1800+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近代战争补缺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chinatimeline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101条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2018+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4E0"/>
                          </a:solidFill>
                        </a:rPr>
                        <a:t>中国政治精标注</a:t>
                      </a:r>
                      <a:endParaRPr lang="en-US" sz="1000" dirty="0"/>
                    </a:p>
                  </a:txBody>
                  <a:tcPr marL="0" marR="63500" marT="381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44C"/>
                </a:solidFill>
              </a:rPr>
              <a:t>双轨采集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0" y="1463040"/>
            <a:ext cx="2743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2E7D32"/>
                </a:solidFill>
              </a:rPr>
              <a:t>Actor track</a:t>
            </a:r>
            <a:endParaRPr lang="en-US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53主体 CAmeo码匹配 + 别名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E57C2"/>
                </a:solidFill>
              </a:rPr>
              <a:t>Structural track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8领域 (金融/AI/产业链/能源/...)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B44C"/>
                </a:solidFill>
              </a:rPr>
              <a:t>三级验证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auto cross_checked → pending → verified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62828"/>
                </a:solidFill>
              </a:rPr>
              <a:t>绝不自动标 verified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八节点日更环 — 全自动运行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320040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61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B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CST 08:00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" y="1600200"/>
            <a:ext cx="18288" cy="73152"/>
          </a:xfrm>
          <a:prstGeom prst="rect">
            <a:avLst/>
          </a:prstGeom>
          <a:solidFill>
            <a:srgbClr val="66708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73352"/>
            <a:ext cx="73152" cy="320040"/>
          </a:xfrm>
          <a:prstGeom prst="rect">
            <a:avLst/>
          </a:prstGeom>
          <a:solidFill>
            <a:srgbClr val="D0D4E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550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GDELT 双轨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1993392"/>
            <a:ext cx="18288" cy="73152"/>
          </a:xfrm>
          <a:prstGeom prst="rect">
            <a:avLst/>
          </a:prstGeom>
          <a:solidFill>
            <a:srgbClr val="66708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066544"/>
            <a:ext cx="73152" cy="320040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482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B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Loop 三级分桶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" y="2386584"/>
            <a:ext cx="18288" cy="73152"/>
          </a:xfrm>
          <a:prstGeom prst="rect">
            <a:avLst/>
          </a:prstGeom>
          <a:solidFill>
            <a:srgbClr val="66708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459736"/>
            <a:ext cx="73152" cy="320040"/>
          </a:xfrm>
          <a:prstGeom prst="rect">
            <a:avLst/>
          </a:prstGeom>
          <a:solidFill>
            <a:srgbClr val="D0D4E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41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Anomalies 预警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" y="2779776"/>
            <a:ext cx="18288" cy="73152"/>
          </a:xfrm>
          <a:prstGeom prst="rect">
            <a:avLst/>
          </a:prstGeom>
          <a:solidFill>
            <a:srgbClr val="66708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852928"/>
            <a:ext cx="73152" cy="320040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834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B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Structure 114验证项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" y="3172968"/>
            <a:ext cx="18288" cy="73152"/>
          </a:xfrm>
          <a:prstGeom prst="rect">
            <a:avLst/>
          </a:prstGeom>
          <a:solidFill>
            <a:srgbClr val="66708A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246120"/>
            <a:ext cx="73152" cy="320040"/>
          </a:xfrm>
          <a:prstGeom prst="rect">
            <a:avLst/>
          </a:prstGeom>
          <a:solidFill>
            <a:srgbClr val="D0D4E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27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Events → Neo4j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" y="3566160"/>
            <a:ext cx="18288" cy="73152"/>
          </a:xfrm>
          <a:prstGeom prst="rect">
            <a:avLst/>
          </a:prstGeom>
          <a:solidFill>
            <a:srgbClr val="66708A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639312"/>
            <a:ext cx="73152" cy="320040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6210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B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Prices → Neo4j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" y="3959352"/>
            <a:ext cx="18288" cy="73152"/>
          </a:xfrm>
          <a:prstGeom prst="rect">
            <a:avLst/>
          </a:prstGeom>
          <a:solidFill>
            <a:srgbClr val="66708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032504"/>
            <a:ext cx="73152" cy="320040"/>
          </a:xfrm>
          <a:prstGeom prst="rect">
            <a:avLst/>
          </a:prstGeom>
          <a:solidFill>
            <a:srgbClr val="D0D4E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0142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Map → HTML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0A8"/>
                </a:solidFill>
              </a:rPr>
              <a:t>53主体 114验证项 全自动检测行为偏差 — 置信度下降 → 人工复核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世界冲突时间地图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62828"/>
                </a:solidFill>
              </a:rPr>
              <a:t>UCDP 冲突热点</a:t>
            </a:r>
            <a:endParaRPr lang="en-US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126国年度死亡数 | 比例尺圆 | 1989-2025滑块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8B44C"/>
                </a:solidFill>
              </a:rPr>
              <a:t>COW 领土变更流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200年虚线骨架 | 真实领土坐标 | 悬停显示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GDELT 情绪脉冲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48h 绿/红点 | 21主体 | 图层独立开关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7E57C2"/>
                </a:solidFill>
              </a:rPr>
              <a:t>结构领域面板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金融/AI/能源/产业链 | 90天趋势折线图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</a:rPr>
              <a:t>Keyless · Leaflet+OSM · 零认证零付费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</a:rPr>
              <a:t>80+非标准国家坐标补全 · construct-lab.site/map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0" y="1097280"/>
            <a:ext cx="3474720" cy="3474720"/>
          </a:xfrm>
          <a:prstGeom prst="rect">
            <a:avLst/>
          </a:prstGeom>
          <a:solidFill>
            <a:srgbClr val="14192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0" y="128016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🌍 交互式 Leaflet 地图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Ethiopia 509K ▼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Syria 416K 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Ukraine 368K 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Afghanistan 318K 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底部年份滑块拖动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实时刷新冲突热点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内容输出体系：九种形态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E8B44C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560320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P0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国别结构诊断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Tier1 8国已生成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P0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结构词典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防AI洗脑的疫苗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P0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事件快评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80%自动+人工审计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P1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构型迁移预警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内审版已就位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P1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数据卡片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极简可视化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P1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时序报告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月度汇总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P2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情景推演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路径枚举+逻辑排除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P2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构型对比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日-韩、中-俄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P2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叙事考古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D4E0"/>
                          </a:solidFill>
                        </a:rPr>
                        <a:t>"修昔底德陷阱"验证</a:t>
                      </a:r>
                      <a:endParaRPr lang="en-US" sz="1200" dirty="0"/>
                    </a:p>
                  </a:txBody>
                  <a:tcPr marL="0" marR="101600" marT="50800" marB="0">
                    <a:lnL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44C"/>
                </a:solidFill>
              </a:rPr>
              <a:t>四原则：数据锚定 · 结构驱动 · 叙事识别 · 不确定性标注 [高/中/低，依据:…]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文章生成引擎：11轮反馈迭代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44C"/>
                </a:solidFill>
              </a:rPr>
              <a:t>国别诊断文章质量进化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0A8"/>
                </a:solidFill>
              </a:rPr>
              <a:t>CHN v1 → B+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  修正: 历史争议表述、G2共治死路、经济工具视角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0A8"/>
                </a:solidFill>
              </a:rPr>
              <a:t>USA v1 → A-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  修正: GDELT None字段误读、方法⑤前置说明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0A8"/>
                </a:solidFill>
              </a:rPr>
              <a:t>JPN v1 → 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  修正: 缺少对华结构性分析、基准比较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0A8"/>
                </a:solidFill>
              </a:rPr>
              <a:t>RUS v1 → A-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  修正: 内部政治压力、三情景分支冻结冲突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8B44C"/>
                </a:solidFill>
              </a:rPr>
              <a:t>累计 feedback 注入 &gt;12规则 → 每轮产出质量持续提升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44C"/>
                </a:solidFill>
              </a:rPr>
              <a:t>Prompt 累积规则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0" y="1463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✓ 数据摘要表 (四列标准)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0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✓ 置信度标注 [高/中/低]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1920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✓ 反方推演 + 三情景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0" y="21488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✓ 时间窗口不对称分析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2377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✓ GDELT None 字段规范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2606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✓ 禁止“历史先例”论证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2834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✓ 台海南海联动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3063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✓ 内部政治压力必含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32918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✓ 历史敏感性 (不踩红线)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3520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✓ 经济工具结构视角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3749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✓ 叙事识别 (认知免疫)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ConStruct 不只是分析工具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0D4E0"/>
                </a:solidFill>
              </a:rPr>
              <a:t>它是你对抗叙事洗脑的认知免疫系统。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8890A8"/>
                </a:solidFill>
              </a:rPr>
              <a:t>所有判断可追溯。所有假设可被数据反证。所有输出全球免费开放。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45720" cy="1097280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017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44C"/>
                </a:solidFill>
              </a:rPr>
              <a:t>刃研社 / SCALPEL LAB — N01 LIVE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公众号：地缘推演台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Substack: constructlab.substack.com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</a:rPr>
              <a:t>construct-lab.site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 Lab — 结构性分析引擎</dc:title>
  <dc:subject>PptxGenJS Presentation</dc:subject>
  <dc:creator>ConStruct Lab</dc:creator>
  <cp:lastModifiedBy>ConStruct Lab</cp:lastModifiedBy>
  <cp:revision>1</cp:revision>
  <dcterms:created xsi:type="dcterms:W3CDTF">2026-07-28T08:17:06Z</dcterms:created>
  <dcterms:modified xsi:type="dcterms:W3CDTF">2026-07-28T08:17:06Z</dcterms:modified>
</cp:coreProperties>
</file>